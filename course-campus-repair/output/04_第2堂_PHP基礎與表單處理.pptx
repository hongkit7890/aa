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6B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Microsoft JhengHei"/>
              </a:rPr>
              <a:t>第2堂：PHP基礎與表單處理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600" b="1">
                <a:solidFill>
                  <a:srgbClr val="FFFFFF"/>
                </a:solidFill>
                <a:latin typeface="Microsoft JhengHei"/>
              </a:rPr>
              <a:t>  第2堂｜PHP基礎與表單處理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本堂焦點：HTML 表單 + $_POST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下課成功：form.html + show.php 可運行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本堂不連資料庫、不教 for 迴圈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600" b="1">
                <a:solidFill>
                  <a:srgbClr val="FFFFFF"/>
                </a:solidFill>
                <a:latin typeface="Microsoft JhengHei"/>
              </a:rPr>
              <a:t>  第2堂｜學習目標與 VASK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目標：極簡 PHP；表單收集；$_POST 顯示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V：誠實填寫練習資料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A：先求有再求好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S：做表單、讀 $_POST、echo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K：method／action、變數、if 入門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600" b="1">
                <a:solidFill>
                  <a:srgbClr val="FFFFFF"/>
                </a:solidFill>
                <a:latin typeface="Microsoft JhengHei"/>
              </a:rPr>
              <a:t>  第2堂｜PHP 只要這幾句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&lt;?php  ...  ?&gt;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$name = "小明";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echo $name;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if ($name != "") { echo "有資料"; 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4A5568"/>
                </a:solidFill>
                <a:latin typeface="Microsoft JhengHei"/>
              </a:rPr>
              <a:t>教師：語法極簡，現場敲一遍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600" b="1">
                <a:solidFill>
                  <a:srgbClr val="FFFFFF"/>
                </a:solidFill>
                <a:latin typeface="Microsoft JhengHei"/>
              </a:rPr>
              <a:t>  第2堂｜表單三要素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method="post"：用 POST 送資料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action="show.php"：送給誰處理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input 的 name：PHP 用這個名字取值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600" b="1">
                <a:solidFill>
                  <a:srgbClr val="FFFFFF"/>
                </a:solidFill>
                <a:latin typeface="Microsoft JhengHei"/>
              </a:rPr>
              <a:t>  第2堂｜$_POST 怎麼用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$name = $_POST['name'];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$location = $_POST['location'];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$description = $_POST['description'];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echo "收到：$name";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600" b="1">
                <a:solidFill>
                  <a:srgbClr val="FFFFFF"/>
                </a:solidFill>
                <a:latin typeface="Microsoft JhengHei"/>
              </a:rPr>
              <a:t>  第2堂｜學生實作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建立 form.html（姓名、地點、描述）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建立 show.php 大字顯示三欄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測試送出至少 2 次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卡住就 var_dump($_POST)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600" b="1">
                <a:solidFill>
                  <a:srgbClr val="FFFFFF"/>
                </a:solidFill>
                <a:latin typeface="Microsoft JhengHei"/>
              </a:rPr>
              <a:t>  第2堂｜常見錯誤三招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副檔名是否 .php／.html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路徑／資料夾是否正確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name 與 $_POST['...'] 是否一致（大小寫）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600" b="1">
                <a:solidFill>
                  <a:srgbClr val="FFFFFF"/>
                </a:solidFill>
                <a:latin typeface="Microsoft JhengHei"/>
              </a:rPr>
              <a:t>  第2堂｜檢查與預告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☐ 表單可送出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☐ 顯示頁內容正確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問：資料有進資料庫嗎？還沒！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icrosoft JhengHei"/>
              </a:rPr>
              <a:t>下堂：INSERT 真正存進去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