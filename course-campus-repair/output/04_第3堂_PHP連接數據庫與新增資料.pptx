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JhengHei"/>
              </a:rPr>
              <a:t>第3堂：PHP連接數據庫與新增資料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第3堂｜連接數據庫與新增資料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本堂焦點：連線 + INSERT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下課成功：表單資料出現在 phpMyAdmin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使用教師提供的 db.php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第3堂｜學習目標與 VASK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目標：連 MySQL；INSERT；認識基本防護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V：重視帳密與安全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A：耐心對照錯誤訊息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S：mysqli／prepared statement 寫入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K：INSERT；連線參數；安全入門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第3堂｜資料流對照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表單 name  → 資料表 name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表單 location → location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表單 description → description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status 先固定為 pending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第3堂｜db.php 做什麼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負責：主機、帳號、密碼、資料庫名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學生：require 'db.php'; 即可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好處：連線問題集中處理，少挫折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568"/>
                </a:solidFill>
                <a:latin typeface="Microsoft JhengHei"/>
              </a:rPr>
              <a:t>教師：不要投影密碼過久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第3堂｜INSERT（概念）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INSERT INTO repairs (name, location, description, status)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VALUES (?, ?, ?, 'pending');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？＝稍後填入的使用者輸入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第3堂｜安全一句話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不要把使用者輸入直接拼進 SQL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使用 prepared statement（預處理）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本課：示範一次＋填空完成即可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第3堂｜學生實作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表單 action 改 insert.php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完成寫入程式（填空）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送出後到 phpMyAdmin 刷新核對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加分：成功後跳轉 list.php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第3堂｜除錯示範＋預告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教師故意寫錯 → 讀錯誤 → 修好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☐ 新記錄成功進庫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下堂：把資料用表格列出來（最有系統感）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