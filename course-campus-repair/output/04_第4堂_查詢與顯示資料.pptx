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第4堂：查詢與顯示資料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第4堂｜查詢與顯示資料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本堂焦點：SELECT + 迴圈出表格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下課成功：list.php 管理頁＋狀態篩選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這頁會讓作品『看起來像真系統』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目標：SELECT；迴圈輸出；簡單篩選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V：尊重同學報修內容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A：核對畫面與資料庫一致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S：查詢、迴圈、篩選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K：結果集、WHERE、表格呈現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全部：SELECT * FROM repairs;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待處理：... WHERE status='pending';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已完成：... WHERE status='done';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第4堂｜PHP 迴圈出表格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口訣：PHP 開 → 表格 → PHP 關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while 一列資料 → 輸出一個 &lt;tr&gt;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欄位對應 &lt;td&gt;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建議視覺：程式＋結果對照截圖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第4堂｜篩選 UI（保持簡單）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下拉選單：全部／待處理／已完成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送出後帶 status 參數再查詢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不做複雜關鍵字搜尋（可作加分）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list.php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顯示全部報修為表格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加入狀態篩選並測試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加分：依時間排序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列表有資料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篩選有效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下堂：UPDATE 改狀態＋整合展示＋倫理反思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