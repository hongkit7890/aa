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JhengHei"/>
              </a:rPr>
              <a:t>第1堂：系統介紹與數據庫基礎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第1堂｜系統介紹與數據庫基礎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本堂焦點：資料表、欄位、記錄、主鍵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下課成功：campus_system + repairs + 3筆資料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時間：120分鐘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第1堂｜學習目標與 VASK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目標：認識專題；理解資料表概念；能建立資料庫／表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V：關懷校園——科技可協助報修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A：好奇探索、認真觀察完成品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S：建立資料庫與資料表、手動新增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K：資料表結構與主鍵自動遞增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第1堂｜先玩完成品（導入）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請同學試用報修系統：送出一筆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問：資料去了哪裡？如何再被看見？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宣布：五堂後你也能做出類似系統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Microsoft JhengHei"/>
              </a:rPr>
              <a:t>教師：控制在15分鐘，留下成就感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第1堂｜四格流程圖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填表單 → PHP → 資料庫 → 列表顯示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今天先攻『資料庫』這一格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先把資料放進『倉庫』，後面再學搬運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第1堂｜資料表像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資料表 ≈ 一張表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欄位 ≈ 欄標題（報修人、地點…）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記錄 ≈ 一橫列資料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主鍵 id ≈ 永不重複的編號（自動加1）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第1堂｜欄位設計表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id｜編號｜主鍵 A_I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name｜報修人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location｜地點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description｜問題描述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status｜狀態（pending／done）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created_at｜建立時間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Microsoft JhengHei"/>
              </a:rPr>
              <a:t>建議視覺：對照表投影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第1堂｜學生實作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1. 啟動 XAMPP（Apache + MySQL）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2. phpMyAdmin 建立 campus_system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3. 建立 repairs 並設定主鍵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4. 手動新增 3 筆資料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5. 截圖上傳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第1堂｜檢查與預告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資料庫與資料表完成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至少 3 筆資料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能用自己的話說主鍵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下堂：PHP 表單——先顯示，不寫入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