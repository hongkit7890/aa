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6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JhengHei"/>
              </a:rPr>
              <a:t>第5堂：功能整合更新狀態與成果發表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第5堂｜整合、更新與成果發表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本堂焦點：UPDATE + 整合 + 展示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下課成功：可展示的報修小系統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CSS 用現成檔，專心功能與表達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第5堂｜學習目標與 VASK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目標：UPDATE；整合頁面；展示與反思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V：隱私、不上公開網、僅供學習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A：自信展示、虛心回饋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S：更新狀態、整合連結、簡單美化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K：完整流程；部署需更多安全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第5堂｜UPDATE 狀態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UPDATE repairs SET status='done' WHERE id=?;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列表每列加連結：update.php?id=...&amp;status=done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更新後回到 list.php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第5堂｜整合檢查清單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form → insert → 資料庫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list 顯示全部／篩選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update 可改狀態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頁面之間有導覽連結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第5堂｜美化原則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套用 style.css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只改：標題文字、主色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可讀、清楚比花俏重要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第5堂｜展示方式（2分鐘）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1. 示範送出一筆報修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2. 在列表指出新資料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3. 把它標示為已完成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加一句：資料庫如何設計／哪個 PHP 最關鍵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第5堂｜資訊倫理三句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1. 少收集敏感個人資料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2. 練習系統不要公開上網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3. 尊重他人的報修內容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第5堂｜課程總結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你們完成了：建表 → 表單 → 寫入 → 列表 → 更新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這就是小型資訊系統的基本循環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錯誤不可怕；看懂錯誤才成長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謝謝努力——去展示你們的系統！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