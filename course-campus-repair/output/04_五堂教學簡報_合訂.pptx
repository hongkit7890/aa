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JhengHei"/>
              </a:rPr>
              <a:t>校園小系統實作：數據庫與PHP入門</a:t>
            </a:r>
          </a:p>
          <a:p>
            <a:r>
              <a:rPr sz="2200" b="0">
                <a:solidFill>
                  <a:srgbClr val="D7F0EA"/>
                </a:solidFill>
                <a:latin typeface="Microsoft JhengHei"/>
              </a:rPr>
              <a:t>中三｜5節×2小時｜校園報修系統</a:t>
            </a:r>
          </a:p>
          <a:p>
            <a:r>
              <a:rPr sz="1800" b="0">
                <a:solidFill>
                  <a:srgbClr val="D7F0EA"/>
                </a:solidFill>
                <a:latin typeface="Microsoft JhengHei"/>
              </a:rPr>
              <a:t>數據庫與 PHP 入門｜含 VASK 學習目標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課程目標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1. 理解資料表、欄位、記錄、主鍵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2. 掌握基本 PHP：變數、表單、條件、迴圈、連資料庫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3. 完成校園報修小系統（可展示）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4. 體驗：表單 → PHP → 數據庫 → 網頁顯示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5. 培養除錯、合作與資訊倫理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教師提示：全班統一專題，降低分叉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VASK 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V 價值觀：尊重私隱、負責任使用科技、誠實學習、關懷校園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A 態度：積極嘗試、耐心除錯、合作互助、先求有再求好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S 技能：建表、表單、INSERT／SELECT／UPDATE、除錯、展示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K 知識：資料庫概念、系統四步流程、PHP／SQL 基礎、安全入門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每堂都會標出本堂 VASK 焦點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記住系統四步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① 使用者填前端表單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② PHP 接收並處理資料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③ 資料存入 MySQL 資料庫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④ 再用網頁把資料顯示出來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這四步＝你們五堂課要拼起來的完整流程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建議視覺：四格流程圖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第1堂：系統介紹與數據庫基礎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第1堂｜系統介紹與數據庫基礎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本堂焦點：資料表、欄位、記錄、主鍵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下課成功：campus_system + repairs + 3筆資料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時間：120分鐘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目標：認識專題；理解資料表概念；能建立資料庫／表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V：關懷校園——科技可協助報修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A：好奇探索、認真觀察完成品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S：建立資料庫與資料表、手動新增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K：資料表結構與主鍵自動遞增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第1堂｜先玩完成品（導入）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請同學試用報修系統：送出一筆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問：資料去了哪裡？如何再被看見？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宣布：五堂後你也能做出類似系統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教師：控制在15分鐘，留下成就感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第1堂｜四格流程圖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填表單 → PHP → 資料庫 → 列表顯示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今天先攻『資料庫』這一格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先把資料放進『倉庫』，後面再學搬運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第1堂｜資料表像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資料表 ≈ 一張表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欄位 ≈ 欄標題（報修人、地點…）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記錄 ≈ 一橫列資料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主鍵 id ≈ 永不重複的編號（自動加1）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第1堂｜欄位設計表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id｜編號｜主鍵 A_I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name｜報修人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location｜地點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description｜問題描述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status｜狀態（pending／done）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created_at｜建立時間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建議視覺：對照表投影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第1堂｜學生實作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1. 啟動 XAMPP（Apache + MySQL）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2. phpMyAdmin 建立 campus_system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3. 建立 repairs 並設定主鍵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4. 手動新增 3 筆資料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5. 截圖上傳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第1堂｜檢查與預告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資料庫與資料表完成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至少 3 筆資料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能用自己的話說主鍵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下堂：PHP 表單——先顯示，不寫入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第2堂：PHP基礎與表單處理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第2堂｜PHP基礎與表單處理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本堂焦點：HTML 表單 + $_POST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下課成功：form.html + show.php 可運行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本堂不連資料庫、不教 for 迴圈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目標：極簡 PHP；表單收集；$_POST 顯示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V：誠實填寫練習資料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A：先求有再求好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S：做表單、讀 $_POST、echo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K：method／action、變數、if 入門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第2堂｜PHP 只要這幾句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&lt;?php  ...  ?&gt;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$name = "小明";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echo $name;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if ($name != "") { echo "有資料";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教師：語法極簡，現場敲一遍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第2堂｜表單三要素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method="post"：用 POST 送資料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action="show.php"：送給誰處理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input 的 name：PHP 用這個名字取值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第2堂｜$_POST 怎麼用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$name = $_POST['name'];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$location = $_POST['location'];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$description = $_POST['description'];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echo "收到：$name";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第2堂｜學生實作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建立 form.html（姓名、地點、描述）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建立 show.php 大字顯示三欄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測試送出至少 2 次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卡住就 var_dump($_POST)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第2堂｜常見錯誤三招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副檔名是否 .php／.html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路徑／資料夾是否正確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name 與 $_POST['...'] 是否一致（大小寫）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第2堂｜檢查與預告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表單可送出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顯示頁內容正確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問：資料有進資料庫嗎？還沒！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下堂：INSERT 真正存進去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第3堂：PHP連接數據庫與新增資料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第3堂｜連接數據庫與新增資料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本堂焦點：連線 + INSERT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下課成功：表單資料出現在 phpMyAdmin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使用教師提供的 db.php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目標：連 MySQL；INSERT；認識基本防護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V：重視帳密與安全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A：耐心對照錯誤訊息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S：mysqli／prepared statement 寫入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K：INSERT；連線參數；安全入門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第3堂｜資料流對照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表單 name  → 資料表 name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表單 location → location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表單 description → description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status 先固定為 pending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第3堂｜db.php 做什麼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負責：主機、帳號、密碼、資料庫名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學生：require 'db.php'; 即可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好處：連線問題集中處理，少挫折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教師：不要投影密碼過久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第3堂｜INSERT（概念）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INSERT INTO repairs (name, location, description, status)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VALUES (?, ?, ?, 'pending');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？＝稍後填入的使用者輸入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第3堂｜安全一句話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不要把使用者輸入直接拼進 SQL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使用 prepared statement（預處理）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本課：示範一次＋填空完成即可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第3堂｜學生實作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表單 action 改 insert.php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完成寫入程式（填空）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送出後到 phpMyAdmin 刷新核對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加分：成功後跳轉 list.php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第3堂｜除錯示範＋預告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教師故意寫錯 → 讀錯誤 → 修好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新記錄成功進庫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下堂：把資料用表格列出來（最有系統感）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第4堂：查詢與顯示資料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第4堂｜查詢與顯示資料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本堂焦點：SELECT + 迴圈出表格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下課成功：list.php 管理頁＋狀態篩選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這頁會讓作品『看起來像真系統』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目標：SELECT；迴圈輸出；簡單篩選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V：尊重同學報修內容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A：核對畫面與資料庫一致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S：查詢、迴圈、篩選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K：結果集、WHERE、表格呈現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全部：SELECT * FROM repairs;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待處理：... WHERE status='pending';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已完成：... WHERE status='done';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第4堂｜PHP 迴圈出表格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口訣：PHP 開 → 表格 → PHP 關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while 一列資料 → 輸出一個 &lt;tr&gt;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欄位對應 &lt;td&gt;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建議視覺：程式＋結果對照截圖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第4堂｜篩選 UI（保持簡單）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下拉選單：全部／待處理／已完成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送出後帶 status 參數再查詢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不做複雜關鍵字搜尋（可作加分）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第4堂｜學生實作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建立 list.php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顯示全部報修為表格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加入狀態篩選並測試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加分：依時間排序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第4堂｜檢查與預告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列表有資料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篩選有效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下堂：UPDATE 改狀態＋整合展示＋倫理反思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第5堂：功能整合更新狀態與成果發表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第5堂｜整合、更新與成果發表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本堂焦點：UPDATE + 整合 + 展示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下課成功：可展示的報修小系統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CSS 用現成檔，專心功能與表達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目標：UPDATE；整合頁面；展示與反思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V：隱私、不上公開網、僅供學習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A：自信展示、虛心回饋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S：更新狀態、整合連結、簡單美化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K：完整流程；部署需更多安全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第5堂｜UPDATE 狀態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UPDATE repairs SET status='done' WHERE id=?;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列表每列加連結：update.php?id=...&amp;status=done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更新後回到 list.php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第5堂｜整合檢查清單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form → insert → 資料庫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list 顯示全部／篩選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update 可改狀態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頁面之間有導覽連結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第5堂｜美化原則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套用 style.css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只改：標題文字、主色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可讀、清楚比花俏重要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第5堂｜展示方式（2分鐘）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1. 示範送出一筆報修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2. 在列表指出新資料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3. 把它標示為已完成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加一句：資料庫如何設計／哪個 PHP 最關鍵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第5堂｜資訊倫理三句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1. 少收集敏感個人資料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2. 練習系統不要公開上網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3. 尊重他人的報修內容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第5堂｜課程總結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你們完成了：建表 → 表單 → 寫入 → 列表 → 更新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這就是小型資訊系統的基本循環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錯誤不可怕；看懂錯誤才成長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謝謝努力——去展示你們的系統！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附件與延伸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附件：欄位表、Starter Kit、錯誤對照、評分規準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加分：空欄位檢查、跳轉列表、統計、美化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延伸專題構想：物品借用／校園問卷（學有餘力）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教材產出：教案｜進度表｜導學案｜本簡報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